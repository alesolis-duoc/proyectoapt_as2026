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A5D9-A322-A837-2DDF-8332D5F7B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032" y="227"/>
            <a:ext cx="5518066" cy="2268559"/>
          </a:xfrm>
        </p:spPr>
        <p:txBody>
          <a:bodyPr/>
          <a:lstStyle/>
          <a:p>
            <a:pPr algn="l"/>
            <a:r>
              <a:rPr lang="es-CL" dirty="0"/>
              <a:t>Proyecto APT</a:t>
            </a:r>
            <a:br>
              <a:rPr lang="es-CL" dirty="0"/>
            </a:br>
            <a:r>
              <a:rPr lang="es-CL" dirty="0"/>
              <a:t>Servimatch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ABAAA-C42B-830A-2295-A63D5CA4D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5032" y="4139073"/>
            <a:ext cx="5357600" cy="2697480"/>
          </a:xfrm>
        </p:spPr>
        <p:txBody>
          <a:bodyPr>
            <a:normAutofit/>
          </a:bodyPr>
          <a:lstStyle/>
          <a:p>
            <a:pPr algn="l"/>
            <a:r>
              <a:rPr lang="es-CL" dirty="0"/>
              <a:t>Nombre: Alexander Nicolas Solis Castillo</a:t>
            </a:r>
          </a:p>
          <a:p>
            <a:pPr algn="l"/>
            <a:r>
              <a:rPr lang="es-CL" dirty="0"/>
              <a:t>Sección: 010v</a:t>
            </a:r>
          </a:p>
          <a:p>
            <a:pPr algn="l"/>
            <a:r>
              <a:rPr lang="es-CL" dirty="0"/>
              <a:t>Profesor: Reginaldo el Carmen Salinas Bruna</a:t>
            </a:r>
          </a:p>
        </p:txBody>
      </p:sp>
      <p:pic>
        <p:nvPicPr>
          <p:cNvPr id="5" name="Picture 4" descr="Archivo:Logo DuocUC.svg - Wikipedia, la enciclopedia libre">
            <a:extLst>
              <a:ext uri="{FF2B5EF4-FFF2-40B4-BE49-F238E27FC236}">
                <a16:creationId xmlns:a16="http://schemas.microsoft.com/office/drawing/2014/main" id="{2B2C7E98-0D5B-19A0-62F9-BEA66BBCD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976" y="6040047"/>
            <a:ext cx="3240024" cy="79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38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BA77-289E-34D2-E387-CC4F0B34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Problema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01AA5-B41E-2A9A-891D-913E1AECA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9" y="1077229"/>
            <a:ext cx="5526351" cy="5780771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A día de hoy existen muchas personas que están en trabajos independientes los cuales consiguen clientes solo por la razón de que fueron recomendados por un amigo, familiar o conocido.</a:t>
            </a:r>
          </a:p>
          <a:p>
            <a:pPr marL="0" indent="0">
              <a:buNone/>
            </a:pPr>
            <a:r>
              <a:rPr lang="es-CL" dirty="0"/>
              <a:t>Esto hace que sus campos sean limitados y deban depender de las redes sociales para poder publicitarse, un espacio sobresaturado y que dependen de la suerte para poder surgir, no es confiable, un trabajador trabajo formal o independiente no debería depender de la suerte.</a:t>
            </a:r>
          </a:p>
        </p:txBody>
      </p:sp>
      <p:pic>
        <p:nvPicPr>
          <p:cNvPr id="5" name="Picture 4" descr="Descubre cuánto gana un tatuador y por qué es una profesión de futuro">
            <a:extLst>
              <a:ext uri="{FF2B5EF4-FFF2-40B4-BE49-F238E27FC236}">
                <a16:creationId xmlns:a16="http://schemas.microsoft.com/office/drawing/2014/main" id="{83BDF833-BECF-E13B-BC13-F724EB5E8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538614"/>
            <a:ext cx="3779520" cy="2519680"/>
          </a:xfrm>
          <a:prstGeom prst="rect">
            <a:avLst/>
          </a:prstGeom>
        </p:spPr>
      </p:pic>
      <p:pic>
        <p:nvPicPr>
          <p:cNvPr id="6" name="Picture 5" descr="Imágenes de Practica uñas - Descarga gratuita en Magnific (antes Freepik)">
            <a:extLst>
              <a:ext uri="{FF2B5EF4-FFF2-40B4-BE49-F238E27FC236}">
                <a16:creationId xmlns:a16="http://schemas.microsoft.com/office/drawing/2014/main" id="{60043EF3-0132-7824-628A-171BFFB58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078244"/>
            <a:ext cx="3621406" cy="2412342"/>
          </a:xfrm>
          <a:prstGeom prst="rect">
            <a:avLst/>
          </a:prstGeom>
        </p:spPr>
      </p:pic>
      <p:pic>
        <p:nvPicPr>
          <p:cNvPr id="7" name="Picture 6" descr="30 Consejos de Fotógrafos Profesionales que te Ayudarán a Avanzar">
            <a:extLst>
              <a:ext uri="{FF2B5EF4-FFF2-40B4-BE49-F238E27FC236}">
                <a16:creationId xmlns:a16="http://schemas.microsoft.com/office/drawing/2014/main" id="{4994B4F5-F6C9-1987-7073-30C73F7C9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904" y="4338320"/>
            <a:ext cx="3782096" cy="251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1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D087-D320-455F-F728-813B646F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5565-3053-74C3-07FA-F1AD0CE5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Solución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5F82-C908-02C3-807C-BAC8D0B03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9" y="1077229"/>
            <a:ext cx="5864679" cy="5780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Servimatch busca solucionar este problema como una plataforma tipo portal que ayude a la visibilización de sus servicios para ser encontrados por nuevos clientes, para que no dependan de la comunicación boca a boca o redes sociales.</a:t>
            </a:r>
          </a:p>
          <a:p>
            <a:pPr marL="0" indent="0">
              <a:buNone/>
            </a:pPr>
            <a:r>
              <a:rPr lang="es-CL" dirty="0"/>
              <a:t>Cada trabajador contando con un perfil que pueda mostrar su portafolio profesional, estos sean tatuajes, manicure, cortes de cabello, fotógrafo, etc.</a:t>
            </a:r>
          </a:p>
          <a:p>
            <a:pPr marL="0" indent="0">
              <a:buNone/>
            </a:pPr>
            <a:r>
              <a:rPr lang="es-CL" dirty="0"/>
              <a:t>Además de que los clientes podrán buscar y conocer distintos trabajadores, sus extensos portafolios y comunicarse con ellos para agendar el servicio que necesiten desde el portal</a:t>
            </a:r>
          </a:p>
        </p:txBody>
      </p:sp>
      <p:pic>
        <p:nvPicPr>
          <p:cNvPr id="4" name="Picture 3" descr="25 de agosto | Día Internacional del Peluquero ✂ Siempre quise ser peluquera…  y ser peluquera en mi peluquería me hace inmensamente feliz. 💛 Detrás de  cada corte, cada color y cada">
            <a:extLst>
              <a:ext uri="{FF2B5EF4-FFF2-40B4-BE49-F238E27FC236}">
                <a16:creationId xmlns:a16="http://schemas.microsoft.com/office/drawing/2014/main" id="{7D7341EF-D290-9975-8B43-7B350AB0C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7" y="-1"/>
            <a:ext cx="3148584" cy="3953485"/>
          </a:xfrm>
          <a:prstGeom prst="rect">
            <a:avLst/>
          </a:prstGeom>
        </p:spPr>
      </p:pic>
      <p:pic>
        <p:nvPicPr>
          <p:cNvPr id="8" name="Picture 7" descr="Barberos in Vitacura - Booksy">
            <a:extLst>
              <a:ext uri="{FF2B5EF4-FFF2-40B4-BE49-F238E27FC236}">
                <a16:creationId xmlns:a16="http://schemas.microsoft.com/office/drawing/2014/main" id="{C1322392-800D-15EC-758E-1BAA80468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12" y="3953484"/>
            <a:ext cx="4295788" cy="291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9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522BF-BE18-46DC-DA31-87065FA9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213C-0827-E5E4-B7CE-391A0C2E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ctr"/>
            <a:r>
              <a:rPr lang="es-CL" dirty="0"/>
              <a:t>¿Como Funciona?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89008-5F9B-EB0F-8BB0-1D662ECF9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8" y="1077229"/>
            <a:ext cx="1759024" cy="9435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L" sz="2500" dirty="0"/>
              <a:t>Cliente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EC2E97C-1836-6B62-1415-789AB5BCE105}"/>
              </a:ext>
            </a:extLst>
          </p:cNvPr>
          <p:cNvSpPr/>
          <p:nvPr/>
        </p:nvSpPr>
        <p:spPr>
          <a:xfrm>
            <a:off x="2198256" y="1389006"/>
            <a:ext cx="850068" cy="3629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09037C-C07B-CDA5-48E5-A016689338C7}"/>
              </a:ext>
            </a:extLst>
          </p:cNvPr>
          <p:cNvSpPr txBox="1"/>
          <p:nvPr/>
        </p:nvSpPr>
        <p:spPr>
          <a:xfrm>
            <a:off x="3090673" y="1203888"/>
            <a:ext cx="17922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500" dirty="0"/>
              <a:t>Buscar servicio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6619D7-9525-044D-E568-3FE894B1C497}"/>
              </a:ext>
            </a:extLst>
          </p:cNvPr>
          <p:cNvSpPr txBox="1"/>
          <p:nvPr/>
        </p:nvSpPr>
        <p:spPr>
          <a:xfrm>
            <a:off x="5307931" y="931803"/>
            <a:ext cx="230733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/>
              <a:t>Revisar portafolio </a:t>
            </a:r>
          </a:p>
          <a:p>
            <a:pPr algn="ctr"/>
            <a:r>
              <a:rPr lang="es-CL" sz="2500" dirty="0"/>
              <a:t>(opcional)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DA9ABC-897F-01E2-3019-B997F4409C82}"/>
              </a:ext>
            </a:extLst>
          </p:cNvPr>
          <p:cNvSpPr txBox="1"/>
          <p:nvPr/>
        </p:nvSpPr>
        <p:spPr>
          <a:xfrm>
            <a:off x="8127009" y="1004516"/>
            <a:ext cx="234696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/>
              <a:t>Comunicarse y agendar con trabajador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C59D07D-1A03-60A7-2286-1B0D71CFD5DA}"/>
              </a:ext>
            </a:extLst>
          </p:cNvPr>
          <p:cNvSpPr/>
          <p:nvPr/>
        </p:nvSpPr>
        <p:spPr>
          <a:xfrm>
            <a:off x="4457863" y="1389006"/>
            <a:ext cx="850068" cy="3629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6F445022-5CFD-BA68-330F-7CC2264B08DA}"/>
              </a:ext>
            </a:extLst>
          </p:cNvPr>
          <p:cNvSpPr/>
          <p:nvPr/>
        </p:nvSpPr>
        <p:spPr>
          <a:xfrm>
            <a:off x="7276941" y="1459099"/>
            <a:ext cx="850068" cy="3629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244551-72EA-1EF3-9371-29E0F0D75030}"/>
              </a:ext>
            </a:extLst>
          </p:cNvPr>
          <p:cNvSpPr txBox="1">
            <a:spLocks/>
          </p:cNvSpPr>
          <p:nvPr/>
        </p:nvSpPr>
        <p:spPr>
          <a:xfrm>
            <a:off x="1100000" y="2485405"/>
            <a:ext cx="1759024" cy="9435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s-CL" sz="2500" dirty="0"/>
              <a:t>Trabajador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D20DBEA2-834F-BF89-1748-751E54B5BAC5}"/>
              </a:ext>
            </a:extLst>
          </p:cNvPr>
          <p:cNvSpPr/>
          <p:nvPr/>
        </p:nvSpPr>
        <p:spPr>
          <a:xfrm>
            <a:off x="2865120" y="2804563"/>
            <a:ext cx="609600" cy="3629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0499C2-66CA-B9C8-29FA-D0EE8582081B}"/>
              </a:ext>
            </a:extLst>
          </p:cNvPr>
          <p:cNvSpPr txBox="1"/>
          <p:nvPr/>
        </p:nvSpPr>
        <p:spPr>
          <a:xfrm>
            <a:off x="3520442" y="2555174"/>
            <a:ext cx="17922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500" dirty="0"/>
              <a:t>Crear perfil acorde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020A8C8-65BB-DA4F-BB7C-1CB4FD15EAAE}"/>
              </a:ext>
            </a:extLst>
          </p:cNvPr>
          <p:cNvSpPr/>
          <p:nvPr/>
        </p:nvSpPr>
        <p:spPr>
          <a:xfrm>
            <a:off x="5364484" y="2760498"/>
            <a:ext cx="609600" cy="45112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781339-C3D6-6C47-A4E7-CEF4A115450C}"/>
              </a:ext>
            </a:extLst>
          </p:cNvPr>
          <p:cNvSpPr txBox="1"/>
          <p:nvPr/>
        </p:nvSpPr>
        <p:spPr>
          <a:xfrm>
            <a:off x="5669284" y="2575049"/>
            <a:ext cx="23073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/>
              <a:t>Publicar portafolio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867C3DF-6842-FD68-51D4-CBC2DFBAE539}"/>
              </a:ext>
            </a:extLst>
          </p:cNvPr>
          <p:cNvSpPr/>
          <p:nvPr/>
        </p:nvSpPr>
        <p:spPr>
          <a:xfrm>
            <a:off x="7615269" y="2760497"/>
            <a:ext cx="609600" cy="45112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BEF7A7-3D2C-191F-2C30-09CF7EFD018C}"/>
              </a:ext>
            </a:extLst>
          </p:cNvPr>
          <p:cNvSpPr txBox="1"/>
          <p:nvPr/>
        </p:nvSpPr>
        <p:spPr>
          <a:xfrm>
            <a:off x="7976622" y="2454414"/>
            <a:ext cx="230733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/>
              <a:t>Gestionar reservas y esperar</a:t>
            </a:r>
          </a:p>
        </p:txBody>
      </p:sp>
      <p:pic>
        <p:nvPicPr>
          <p:cNvPr id="45" name="Picture 44" descr="Agenda - Iconos gratis de herramientas y utensilios">
            <a:extLst>
              <a:ext uri="{FF2B5EF4-FFF2-40B4-BE49-F238E27FC236}">
                <a16:creationId xmlns:a16="http://schemas.microsoft.com/office/drawing/2014/main" id="{F1980E9D-F53B-8E8D-B2FA-FC9B34A51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953" y="4550437"/>
            <a:ext cx="1696928" cy="1696928"/>
          </a:xfrm>
          <a:prstGeom prst="rect">
            <a:avLst/>
          </a:prstGeom>
        </p:spPr>
      </p:pic>
      <p:pic>
        <p:nvPicPr>
          <p:cNvPr id="46" name="Picture 45" descr="Handshake Transparent PNG Clip Art Image​ | Gallery Yopriceville -  High-Quality Free Images and Transparent PNG Clipart">
            <a:extLst>
              <a:ext uri="{FF2B5EF4-FFF2-40B4-BE49-F238E27FC236}">
                <a16:creationId xmlns:a16="http://schemas.microsoft.com/office/drawing/2014/main" id="{8FA597C4-2180-E4C7-283C-5521E1CEB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472" y="4550437"/>
            <a:ext cx="2550850" cy="154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3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5061C-5F5E-42F4-0034-1DD4CE96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A193-A30F-0FFF-D5FD-C1431E56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Funcionalidades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F52BB-8EB8-A797-069E-6BBD27B3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9" y="1077229"/>
            <a:ext cx="4730823" cy="4729211"/>
          </a:xfrm>
        </p:spPr>
        <p:txBody>
          <a:bodyPr>
            <a:normAutofit/>
          </a:bodyPr>
          <a:lstStyle/>
          <a:p>
            <a:r>
              <a:rPr lang="es-CL" dirty="0"/>
              <a:t>Registro e inicio de sesión</a:t>
            </a:r>
          </a:p>
          <a:p>
            <a:r>
              <a:rPr lang="es-CL" dirty="0"/>
              <a:t>Perfil de trabajador</a:t>
            </a:r>
          </a:p>
          <a:p>
            <a:r>
              <a:rPr lang="es-CL" dirty="0"/>
              <a:t>Portafolio publico</a:t>
            </a:r>
          </a:p>
          <a:p>
            <a:r>
              <a:rPr lang="es-CL" dirty="0"/>
              <a:t>Búsqueda de servicios, categorías y subcategorías</a:t>
            </a:r>
          </a:p>
          <a:p>
            <a:r>
              <a:rPr lang="es-CL" dirty="0"/>
              <a:t>Sistema de reservas</a:t>
            </a:r>
          </a:p>
          <a:p>
            <a:r>
              <a:rPr lang="es-CL" dirty="0"/>
              <a:t>Gestión de reservas</a:t>
            </a:r>
          </a:p>
          <a:p>
            <a:r>
              <a:rPr lang="es-CL" dirty="0"/>
              <a:t>Panel de administración</a:t>
            </a:r>
          </a:p>
        </p:txBody>
      </p:sp>
    </p:spTree>
    <p:extLst>
      <p:ext uri="{BB962C8B-B14F-4D97-AF65-F5344CB8AC3E}">
        <p14:creationId xmlns:p14="http://schemas.microsoft.com/office/powerpoint/2010/main" val="90747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DC2B-5D1F-335D-11EF-F086FA17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AF27-E566-55D0-D52F-9A542CA9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C144-0867-9DBD-953A-CBE7D1EB0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2" y="720613"/>
            <a:ext cx="5361759" cy="2242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Se busca desarrollar una plataforma que permita a trabajadores independientes administrar un perfil profesional, exponer su portafolio y gestionar reservas de clientes desde su perfil de trabajador.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EF45C-9F67-2E11-C02A-0C20DBDFA8E9}"/>
              </a:ext>
            </a:extLst>
          </p:cNvPr>
          <p:cNvSpPr txBox="1"/>
          <p:nvPr/>
        </p:nvSpPr>
        <p:spPr>
          <a:xfrm>
            <a:off x="1078992" y="3236976"/>
            <a:ext cx="652881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dirty="0"/>
              <a:t>Desde una visión mas de programador se busca: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Diseñar una arquitectura y base de datos acorde a lo que se busca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Implementar autenticación de 3 roles (cliente, trabajador y administrador)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Desarrollar perfiles públicos para trabajadores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Implementar un sistema de búsqueda y reservar de servicios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Crear un panel administrativo para gestionar usuarios y categorías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13575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0D08-FAA9-04C5-67FC-34CD6EC0A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2FCD-8D66-3B32-F9A7-4AB2045E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Herramientas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DBC97-F5B2-59E3-A14D-0A0AF6968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2" y="720613"/>
            <a:ext cx="5361759" cy="3485627"/>
          </a:xfrm>
        </p:spPr>
        <p:txBody>
          <a:bodyPr>
            <a:normAutofit/>
          </a:bodyPr>
          <a:lstStyle/>
          <a:p>
            <a:r>
              <a:rPr lang="es-CL" dirty="0" err="1"/>
              <a:t>React</a:t>
            </a:r>
            <a:r>
              <a:rPr lang="es-CL" dirty="0"/>
              <a:t> - </a:t>
            </a:r>
            <a:r>
              <a:rPr lang="es-CL" dirty="0" err="1"/>
              <a:t>frontend</a:t>
            </a:r>
            <a:endParaRPr lang="es-CL" dirty="0"/>
          </a:p>
          <a:p>
            <a:r>
              <a:rPr lang="es-CL" dirty="0" err="1"/>
              <a:t>FastApi</a:t>
            </a:r>
            <a:r>
              <a:rPr lang="es-CL" dirty="0"/>
              <a:t> – </a:t>
            </a:r>
            <a:r>
              <a:rPr lang="es-CL" dirty="0" err="1"/>
              <a:t>backed</a:t>
            </a:r>
            <a:r>
              <a:rPr lang="es-CL" dirty="0"/>
              <a:t> y api</a:t>
            </a:r>
          </a:p>
          <a:p>
            <a:r>
              <a:rPr lang="es-CL" dirty="0"/>
              <a:t>PostgreSQL – Base de datos</a:t>
            </a:r>
          </a:p>
          <a:p>
            <a:r>
              <a:rPr lang="es-CL" dirty="0"/>
              <a:t>Git + </a:t>
            </a:r>
            <a:r>
              <a:rPr lang="es-CL" dirty="0" err="1"/>
              <a:t>github</a:t>
            </a:r>
            <a:r>
              <a:rPr lang="es-CL" dirty="0"/>
              <a:t> – control de versiones</a:t>
            </a:r>
          </a:p>
          <a:p>
            <a:r>
              <a:rPr lang="es-CL" dirty="0" err="1"/>
              <a:t>Figma</a:t>
            </a:r>
            <a:r>
              <a:rPr lang="es-CL" dirty="0"/>
              <a:t> – prototipado temprano</a:t>
            </a:r>
          </a:p>
          <a:p>
            <a:endParaRPr lang="es-C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B4DC7-7775-AB89-D04B-2C5A91F22CC5}"/>
              </a:ext>
            </a:extLst>
          </p:cNvPr>
          <p:cNvSpPr txBox="1"/>
          <p:nvPr/>
        </p:nvSpPr>
        <p:spPr>
          <a:xfrm>
            <a:off x="1207008" y="3749040"/>
            <a:ext cx="905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Esto se trabajara en metodología scrum dentro del plazo establecido de 10 a 12 semanas pasando por:</a:t>
            </a:r>
          </a:p>
          <a:p>
            <a:endParaRPr lang="es-CL" dirty="0"/>
          </a:p>
          <a:p>
            <a:r>
              <a:rPr lang="es-CL" dirty="0"/>
              <a:t>Análisis del problema &gt; Diseño </a:t>
            </a:r>
            <a:r>
              <a:rPr lang="en-US" dirty="0"/>
              <a:t>&gt; Desarrollo &gt; Integration &gt; Pruebas &gt; Entrega</a:t>
            </a:r>
            <a:endParaRPr lang="es-CL" dirty="0"/>
          </a:p>
        </p:txBody>
      </p:sp>
      <p:pic>
        <p:nvPicPr>
          <p:cNvPr id="6" name="Picture 5" descr="Base de datos - Iconos gratis de tecnología">
            <a:extLst>
              <a:ext uri="{FF2B5EF4-FFF2-40B4-BE49-F238E27FC236}">
                <a16:creationId xmlns:a16="http://schemas.microsoft.com/office/drawing/2014/main" id="{4D446C19-75F9-B74D-61DB-78AA3DC7B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763" y="5086482"/>
            <a:ext cx="1707463" cy="1707463"/>
          </a:xfrm>
          <a:prstGeom prst="rect">
            <a:avLst/>
          </a:prstGeom>
        </p:spPr>
      </p:pic>
      <p:pic>
        <p:nvPicPr>
          <p:cNvPr id="7" name="Picture 6" descr="File:React-icon.svg - Wikimedia Commons">
            <a:extLst>
              <a:ext uri="{FF2B5EF4-FFF2-40B4-BE49-F238E27FC236}">
                <a16:creationId xmlns:a16="http://schemas.microsoft.com/office/drawing/2014/main" id="{4E125975-80DA-AC69-8D35-92CBC462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59" y="5126311"/>
            <a:ext cx="1829319" cy="1627808"/>
          </a:xfrm>
          <a:prstGeom prst="rect">
            <a:avLst/>
          </a:prstGeom>
        </p:spPr>
      </p:pic>
      <p:pic>
        <p:nvPicPr>
          <p:cNvPr id="9" name="Picture 8" descr="Fastapi Icon icon - Free Download PNG &amp; SVG | Streamline">
            <a:extLst>
              <a:ext uri="{FF2B5EF4-FFF2-40B4-BE49-F238E27FC236}">
                <a16:creationId xmlns:a16="http://schemas.microsoft.com/office/drawing/2014/main" id="{93558AD7-580F-AFD0-4236-DA8A08285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859" y="5172074"/>
            <a:ext cx="1536281" cy="1536281"/>
          </a:xfrm>
          <a:prstGeom prst="rect">
            <a:avLst/>
          </a:prstGeom>
        </p:spPr>
      </p:pic>
      <p:pic>
        <p:nvPicPr>
          <p:cNvPr id="10" name="Picture 9" descr="File:Postgresql elephant.svg - Wikimedia Commons">
            <a:extLst>
              <a:ext uri="{FF2B5EF4-FFF2-40B4-BE49-F238E27FC236}">
                <a16:creationId xmlns:a16="http://schemas.microsoft.com/office/drawing/2014/main" id="{008CF901-65EA-2E3F-5678-9F31E5AFB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4724" y="4809744"/>
            <a:ext cx="1509688" cy="15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75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7B05-1BFB-2280-6290-A5D402F9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3339-21E0-6326-E0A3-82CEBEF6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Conclusión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067E-ACCE-BBDF-3C6F-0D4EE2F2C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8" y="720613"/>
            <a:ext cx="10363528" cy="4857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Servimatch busca entregar una solución que permita a los trabajadores independientes aumentar su visibilidad y llegar a nuevos clientes sin depender de los métodos convencionales y anticuados a este punto.</a:t>
            </a:r>
          </a:p>
          <a:p>
            <a:pPr marL="0" indent="0">
              <a:buNone/>
            </a:pPr>
            <a:r>
              <a:rPr lang="es-CL" dirty="0"/>
              <a:t>Un portal que les ofrece a los trabajadores de estos rubros perfiles profesionales, exposición de portafolio y gestión de reservas.</a:t>
            </a:r>
          </a:p>
          <a:p>
            <a:pPr marL="0" indent="0">
              <a:buNone/>
            </a:pPr>
            <a:r>
              <a:rPr lang="es-CL" dirty="0"/>
              <a:t>Se planea que este proyecto dentro de no mucho cuente con un producto mínimo viable funcional, que tenga funcionalidades de incorporar nuevos oficios y funcionalidades a futuro.</a:t>
            </a:r>
          </a:p>
        </p:txBody>
      </p:sp>
    </p:spTree>
    <p:extLst>
      <p:ext uri="{BB962C8B-B14F-4D97-AF65-F5344CB8AC3E}">
        <p14:creationId xmlns:p14="http://schemas.microsoft.com/office/powerpoint/2010/main" val="17658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92</TotalTime>
  <Words>476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Madison</vt:lpstr>
      <vt:lpstr>Proyecto APT Servimatch</vt:lpstr>
      <vt:lpstr>Problema</vt:lpstr>
      <vt:lpstr>Solución</vt:lpstr>
      <vt:lpstr>¿Como Funciona?</vt:lpstr>
      <vt:lpstr>Funcionalidades</vt:lpstr>
      <vt:lpstr>Objetivos</vt:lpstr>
      <vt:lpstr>Herramientas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krendo 11</dc:creator>
  <cp:lastModifiedBy>krendo 11</cp:lastModifiedBy>
  <cp:revision>1</cp:revision>
  <dcterms:created xsi:type="dcterms:W3CDTF">2026-09-02T20:46:31Z</dcterms:created>
  <dcterms:modified xsi:type="dcterms:W3CDTF">2026-09-02T22:18:37Z</dcterms:modified>
</cp:coreProperties>
</file>